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81544" cy="28803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735141" y="-137160"/>
            <a:ext cx="4824557" cy="3888486"/>
          </a:xfrm>
          <a:prstGeom prst="ellipse">
            <a:avLst/>
          </a:prstGeom>
          <a:solidFill>
            <a:srgbClr val="1C1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ahul_portrait_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664" y="27432"/>
            <a:ext cx="3423879" cy="27939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393192"/>
            <a:ext cx="365760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800" b="1">
                <a:solidFill>
                  <a:srgbClr val="F4F2EE"/>
                </a:solidFill>
                <a:latin typeface="Arial"/>
              </a:rPr>
              <a:t>Rahul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33271"/>
            <a:ext cx="411480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800" b="1">
                <a:solidFill>
                  <a:srgbClr val="D39D57"/>
                </a:solidFill>
                <a:latin typeface="Arial"/>
              </a:rPr>
              <a:t>Mahato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993392"/>
            <a:ext cx="3154680" cy="393192"/>
          </a:xfrm>
          <a:prstGeom prst="roundRect">
            <a:avLst/>
          </a:prstGeom>
          <a:noFill/>
          <a:ln w="13970">
            <a:solidFill>
              <a:srgbClr val="D39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2016252"/>
            <a:ext cx="2788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F4F2EE"/>
                </a:solidFill>
                <a:latin typeface="Arial"/>
              </a:rPr>
              <a:t>◉   rahulkmahato.com.np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